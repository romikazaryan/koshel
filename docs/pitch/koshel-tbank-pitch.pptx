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koshel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</a:defRPr>
            </a:pPr>
            <a:r>
              <a:t>Личные финансы в одном приложении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5B4FC"/>
                </a:solidFill>
              </a:defRPr>
            </a:pPr>
            <a:r>
              <a:t>Запрос на пилот Open Finance · T‑Банк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987552"/>
            <a:ext cx="2282342" cy="4754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ramed_dashboard_1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2294313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72984" y="1307592"/>
            <a:ext cx="2018995" cy="420624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amed_capital_overview_1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234440"/>
            <a:ext cx="2026151" cy="4206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473184" y="1627632"/>
            <a:ext cx="1755648" cy="36576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ramed_connections_tbank_8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554480"/>
            <a:ext cx="376982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Деньги и траты разбросаны по разным приложениям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Карты, вклады, брокер, крипта — нет единой картины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Ручной учёт утомляет — траты не фиксируют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Пользователь не видит: «сколько у меня всего»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667512"/>
            <a:ext cx="2874873" cy="598932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capital_crypto_1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94360"/>
            <a:ext cx="2888673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</a:defRPr>
            </a:pPr>
            <a:r>
              <a:t>Решение koshel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Расходы + доходы + весь капитал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Минимум действий: голос, чек, автоимпорт из банка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Живые курсы: MOEX, CoinGecko, ЦБ РФ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AI-анализ и индекс финансового здоровья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667512"/>
            <a:ext cx="2874873" cy="598932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profile_1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94360"/>
            <a:ext cx="2888673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Главная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Индекс здоровья · категории трат · AI-рекомендации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293" y="1188720"/>
            <a:ext cx="2699308" cy="56235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dashboard_1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1115568"/>
            <a:ext cx="270994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Расходы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Голос · скан чека · категории · долги и подписки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293" y="1188720"/>
            <a:ext cx="2699308" cy="56235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expenses_1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1115568"/>
            <a:ext cx="270994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Доходы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Зарплата, подработка и другие поступления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293" y="1188720"/>
            <a:ext cx="2699308" cy="56235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income_1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1115568"/>
            <a:ext cx="270994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Капитал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353 795 руб. — все активы, динамика за период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293" y="1188720"/>
            <a:ext cx="2699308" cy="56235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capital_overview_1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1115568"/>
            <a:ext cx="270994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Акции · T‑Invest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Портфель MOEX, P&amp;L, синхронизация брокера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293" y="1188720"/>
            <a:ext cx="2699308" cy="56235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capital_overview_1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1115568"/>
            <a:ext cx="270994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Крипта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CoinGecko, единый рублёвый итог, динамика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293" y="1188720"/>
            <a:ext cx="2699308" cy="56235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capital_crypto_1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1115568"/>
            <a:ext cx="270994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Все классы активов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Вклады · акции · облигации · крипта · недвижимость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293" y="1188720"/>
            <a:ext cx="2699308" cy="56235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add_asset_1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1115568"/>
            <a:ext cx="270994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Подключения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T‑Invest уже работает · T‑Банк — следующий шаг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17904" y="1490472"/>
            <a:ext cx="2435961" cy="507492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amed_connections_tinvest_1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17320"/>
            <a:ext cx="3732415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355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7D2FE"/>
                </a:solidFill>
              </a:defRPr>
            </a:pPr>
            <a:r>
              <a:t>T‑Invest · активно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8544" y="1490472"/>
            <a:ext cx="2435961" cy="507492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ramed_connections_tbank_12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5232862" cy="5074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6355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7D2FE"/>
                </a:solidFill>
              </a:defRPr>
            </a:pPr>
            <a:r>
              <a:t>T‑Банк · Open Finance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</a:defRPr>
            </a:pPr>
            <a:r>
              <a:t>Ценность для T‑Банка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Win-win, не односторонний доступ к данным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Рекомендации вкладов при «свободных деньгах»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Cross-sell: карты и кэшбэк под реальные категории трат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Удержание: T‑Invest + счета T‑Банка в одном PFM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Пилот Open Finance ЦБ с готовым продуктом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Только OAuth, без паролей и парсинга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667512"/>
            <a:ext cx="2874873" cy="598932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dashboard_1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94360"/>
            <a:ext cx="2888673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Техническая готовность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Инфраструктура Open Finance уже в продакшене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financial_connections + secrets (server-only)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Edge Functions: bank-sync, tinvest-sync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Дедупликация транзакций, source=bank с сервера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Согласие пользователя и отзыв доступа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667512"/>
            <a:ext cx="2874873" cy="598932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med_connections_tinvest_1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94360"/>
            <a:ext cx="4405745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Запрос к T‑Банку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Пилот read-only доступа к операциям физлиц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E2E8F0"/>
                </a:solidFill>
              </a:defRPr>
            </a:pPr>
            <a:r>
              <a:t>OAuth-согласие на чтение транзакций</a:t>
            </a:r>
          </a:p>
          <a:p>
            <a:pPr>
              <a:spcAft>
                <a:spcPts val="1100"/>
              </a:spcAft>
              <a:defRPr sz="1700">
                <a:solidFill>
                  <a:srgbClr val="E2E8F0"/>
                </a:solidFill>
              </a:defRPr>
            </a:pPr>
            <a:r>
              <a:t>Импорт 90 дней + инкрементальный синк</a:t>
            </a:r>
          </a:p>
          <a:p>
            <a:pPr>
              <a:spcAft>
                <a:spcPts val="1100"/>
              </a:spcAft>
              <a:defRPr sz="1700">
                <a:solidFill>
                  <a:srgbClr val="E2E8F0"/>
                </a:solidFill>
              </a:defRPr>
            </a:pPr>
            <a:r>
              <a:t>Демо на iPhone · техдокументация · ограниченный пилот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</a:defRPr>
            </a:pPr>
            <a:r>
              <a:t>openapi@tbank.ru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92824" y="576072"/>
            <a:ext cx="2896819" cy="603504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ramed_connections_tbank_14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6226233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